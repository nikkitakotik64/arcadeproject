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-378" y="-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олилиния 6"/>
          <p:cNvSpPr>
            <a:spLocks/>
          </p:cNvSpPr>
          <p:nvPr/>
        </p:nvSpPr>
        <p:spPr bwMode="auto">
          <a:xfrm>
            <a:off x="0" y="4752126"/>
            <a:ext cx="12192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Полилиния 7"/>
          <p:cNvSpPr>
            <a:spLocks/>
          </p:cNvSpPr>
          <p:nvPr/>
        </p:nvSpPr>
        <p:spPr bwMode="auto">
          <a:xfrm>
            <a:off x="8140701" y="0"/>
            <a:ext cx="4051300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1608" y="1590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Заголовок 8"/>
          <p:cNvSpPr>
            <a:spLocks noGrp="1"/>
          </p:cNvSpPr>
          <p:nvPr>
            <p:ph type="ctrTitle"/>
          </p:nvPr>
        </p:nvSpPr>
        <p:spPr>
          <a:xfrm>
            <a:off x="572085" y="3337560"/>
            <a:ext cx="8640064" cy="2301240"/>
          </a:xfrm>
        </p:spPr>
        <p:txBody>
          <a:bodyPr rIns="45720" anchor="t"/>
          <a:lstStyle>
            <a:lvl1pPr algn="r">
              <a:defRPr lang="en-US" b="1" cap="all" baseline="0" dirty="0">
                <a:ln w="5000" cmpd="sng">
                  <a:solidFill>
                    <a:schemeClr val="accent1">
                      <a:tint val="80000"/>
                      <a:shade val="99000"/>
                      <a:satMod val="50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1">
                        <a:tint val="63000"/>
                        <a:satMod val="255000"/>
                      </a:schemeClr>
                    </a:gs>
                    <a:gs pos="9000">
                      <a:schemeClr val="accent1">
                        <a:tint val="63000"/>
                        <a:satMod val="255000"/>
                      </a:schemeClr>
                    </a:gs>
                    <a:gs pos="53000">
                      <a:schemeClr val="accent1">
                        <a:shade val="60000"/>
                        <a:satMod val="100000"/>
                      </a:schemeClr>
                    </a:gs>
                    <a:gs pos="90000">
                      <a:schemeClr val="accent1">
                        <a:tint val="63000"/>
                        <a:satMod val="255000"/>
                      </a:schemeClr>
                    </a:gs>
                    <a:gs pos="100000">
                      <a:schemeClr val="accent1">
                        <a:tint val="63000"/>
                        <a:satMod val="255000"/>
                      </a:schemeClr>
                    </a:gs>
                  </a:gsLst>
                  <a:lin ang="5400000"/>
                </a:gradFill>
                <a:effectLst>
                  <a:outerShdw blurRad="50800" dist="38100" dir="5400000" algn="t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7" name="Подзаголовок 16"/>
          <p:cNvSpPr>
            <a:spLocks noGrp="1"/>
          </p:cNvSpPr>
          <p:nvPr>
            <p:ph type="subTitle" idx="1"/>
          </p:nvPr>
        </p:nvSpPr>
        <p:spPr>
          <a:xfrm>
            <a:off x="577400" y="1544812"/>
            <a:ext cx="8640064" cy="1752600"/>
          </a:xfrm>
        </p:spPr>
        <p:txBody>
          <a:bodyPr tIns="0" rIns="45720" bIns="0" anchor="b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30" name="Дата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19" name="Нижний колонтитул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7" name="Номер слайда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dissolv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dissolv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олилиния 6"/>
          <p:cNvSpPr>
            <a:spLocks/>
          </p:cNvSpPr>
          <p:nvPr/>
        </p:nvSpPr>
        <p:spPr bwMode="auto">
          <a:xfrm>
            <a:off x="0" y="4752126"/>
            <a:ext cx="12192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Полилиния 8"/>
          <p:cNvSpPr>
            <a:spLocks/>
          </p:cNvSpPr>
          <p:nvPr/>
        </p:nvSpPr>
        <p:spPr bwMode="auto">
          <a:xfrm>
            <a:off x="8140701" y="0"/>
            <a:ext cx="4051300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1608" y="1590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3583838"/>
            <a:ext cx="8839200" cy="1826363"/>
          </a:xfrm>
        </p:spPr>
        <p:txBody>
          <a:bodyPr tIns="0" bIns="0" anchor="t"/>
          <a:lstStyle>
            <a:lvl1pPr algn="l">
              <a:buNone/>
              <a:defRPr sz="4200" b="1" cap="none" baseline="0">
                <a:ln w="5000" cmpd="sng">
                  <a:solidFill>
                    <a:schemeClr val="accent1">
                      <a:tint val="80000"/>
                      <a:shade val="99000"/>
                      <a:satMod val="50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1">
                        <a:tint val="63000"/>
                        <a:satMod val="255000"/>
                      </a:schemeClr>
                    </a:gs>
                    <a:gs pos="9000">
                      <a:schemeClr val="accent1">
                        <a:tint val="63000"/>
                        <a:satMod val="255000"/>
                      </a:schemeClr>
                    </a:gs>
                    <a:gs pos="53000">
                      <a:schemeClr val="accent1">
                        <a:shade val="60000"/>
                        <a:satMod val="100000"/>
                      </a:schemeClr>
                    </a:gs>
                    <a:gs pos="90000">
                      <a:schemeClr val="accent1">
                        <a:tint val="63000"/>
                        <a:satMod val="255000"/>
                      </a:schemeClr>
                    </a:gs>
                    <a:gs pos="100000">
                      <a:schemeClr val="accent1">
                        <a:tint val="63000"/>
                        <a:satMod val="255000"/>
                      </a:schemeClr>
                    </a:gs>
                  </a:gsLst>
                  <a:lin ang="5400000"/>
                </a:gradFill>
                <a:effectLst>
                  <a:outerShdw blurRad="50800" dist="38100" dir="5400000" algn="t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14400" y="2485800"/>
            <a:ext cx="8839200" cy="1066688"/>
          </a:xfrm>
        </p:spPr>
        <p:txBody>
          <a:bodyPr lIns="45720" tIns="0" rIns="45720" bIns="0" anchor="b"/>
          <a:lstStyle>
            <a:lvl1pPr marL="0" indent="0" algn="l">
              <a:buNone/>
              <a:defRPr sz="2000">
                <a:solidFill>
                  <a:schemeClr val="tx1"/>
                </a:solidFill>
                <a:effectLst/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dissolv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9956800" cy="1143000"/>
          </a:xfrm>
        </p:spPr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4876800" cy="452596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689600" y="1600201"/>
            <a:ext cx="4876800" cy="452596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dissolv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109728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5486400"/>
            <a:ext cx="5386917" cy="838200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6193368" y="5486400"/>
            <a:ext cx="5389033" cy="838200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609600" y="1516912"/>
            <a:ext cx="5386917" cy="3941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1516912"/>
            <a:ext cx="5389033" cy="3941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dissolv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320"/>
            <a:ext cx="9960864" cy="1143000"/>
          </a:xfrm>
        </p:spPr>
        <p:txBody>
          <a:bodyPr anchor="ctr"/>
          <a:lstStyle>
            <a:lvl1pPr algn="l">
              <a:defRPr sz="460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8" name="Номер слайда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9" name="Нижний колонтитул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  <p:transition>
    <p:dissolv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dissolv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1185528"/>
            <a:ext cx="4267200" cy="730250"/>
          </a:xfrm>
        </p:spPr>
        <p:txBody>
          <a:bodyPr tIns="0" bIns="0" anchor="t"/>
          <a:lstStyle>
            <a:lvl1pPr algn="l"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609600" y="214424"/>
            <a:ext cx="3657600" cy="914400"/>
          </a:xfrm>
        </p:spPr>
        <p:txBody>
          <a:bodyPr lIns="45720" tIns="0" rIns="45720" bIns="0" anchor="b"/>
          <a:lstStyle>
            <a:lvl1pPr marL="0" indent="0" algn="l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609600" y="1981200"/>
            <a:ext cx="9448800" cy="3810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10875264" y="6422065"/>
            <a:ext cx="1016000" cy="365125"/>
          </a:xfrm>
        </p:spPr>
        <p:txBody>
          <a:bodyPr/>
          <a:lstStyle/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dissolv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408976" y="1705709"/>
            <a:ext cx="4071824" cy="1253808"/>
          </a:xfrm>
        </p:spPr>
        <p:txBody>
          <a:bodyPr anchor="b"/>
          <a:lstStyle>
            <a:lvl1pPr algn="l">
              <a:buNone/>
              <a:defRPr sz="2200" b="1">
                <a:solidFill>
                  <a:schemeClr val="accent1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420837" y="1019907"/>
            <a:ext cx="5486400" cy="4114800"/>
          </a:xfrm>
          <a:prstGeom prst="ellipse">
            <a:avLst/>
          </a:prstGeom>
          <a:solidFill>
            <a:schemeClr val="bg2">
              <a:shade val="50000"/>
            </a:schemeClr>
          </a:solidFill>
          <a:ln w="50800" cap="flat">
            <a:solidFill>
              <a:schemeClr val="bg2"/>
            </a:solidFill>
            <a:miter lim="800000"/>
          </a:ln>
          <a:effectLst>
            <a:outerShdw blurRad="152000" dist="345000" dir="5400000" sx="-80000" sy="-18000" rotWithShape="0">
              <a:srgbClr val="000000">
                <a:alpha val="25000"/>
              </a:srgbClr>
            </a:outerShdw>
          </a:effectLst>
          <a:scene3d>
            <a:camera prst="orthographicFront"/>
            <a:lightRig rig="contrasting" dir="t">
              <a:rot lat="0" lon="0" rev="2400000"/>
            </a:lightRig>
          </a:scene3d>
          <a:sp3d contourW="7620">
            <a:bevelT w="63500" h="63500"/>
            <a:contourClr>
              <a:schemeClr val="bg2">
                <a:shade val="50000"/>
              </a:schemeClr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7408979" y="2998765"/>
            <a:ext cx="4071821" cy="2663482"/>
          </a:xfrm>
        </p:spPr>
        <p:txBody>
          <a:bodyPr lIns="45720" rIns="45720"/>
          <a:lstStyle>
            <a:lvl1pPr marL="0" indent="0">
              <a:buFontTx/>
              <a:buNone/>
              <a:defRPr sz="12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>
          <a:xfrm>
            <a:off x="609600" y="6422065"/>
            <a:ext cx="2844800" cy="365125"/>
          </a:xfrm>
        </p:spPr>
        <p:txBody>
          <a:bodyPr/>
          <a:lstStyle/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dissolv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dissolv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p:transition>
    <p:dissolv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лилиния 11"/>
          <p:cNvSpPr>
            <a:spLocks/>
          </p:cNvSpPr>
          <p:nvPr/>
        </p:nvSpPr>
        <p:spPr bwMode="auto">
          <a:xfrm>
            <a:off x="0" y="4752126"/>
            <a:ext cx="12192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Полилиния 15"/>
          <p:cNvSpPr>
            <a:spLocks/>
          </p:cNvSpPr>
          <p:nvPr/>
        </p:nvSpPr>
        <p:spPr bwMode="auto">
          <a:xfrm>
            <a:off x="9753600" y="0"/>
            <a:ext cx="2438400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2082" y="1734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Заголовок 8"/>
          <p:cNvSpPr>
            <a:spLocks noGrp="1"/>
          </p:cNvSpPr>
          <p:nvPr>
            <p:ph type="title"/>
          </p:nvPr>
        </p:nvSpPr>
        <p:spPr>
          <a:xfrm>
            <a:off x="609600" y="274638"/>
            <a:ext cx="9956800" cy="1143000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0" name="Текст 29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99568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0" name="Дата 9"/>
          <p:cNvSpPr>
            <a:spLocks noGrp="1"/>
          </p:cNvSpPr>
          <p:nvPr>
            <p:ph type="dt" sz="half" idx="2"/>
          </p:nvPr>
        </p:nvSpPr>
        <p:spPr>
          <a:xfrm>
            <a:off x="609600" y="6422065"/>
            <a:ext cx="2844800" cy="365125"/>
          </a:xfrm>
          <a:prstGeom prst="rect">
            <a:avLst/>
          </a:prstGeom>
        </p:spPr>
        <p:txBody>
          <a:bodyPr vert="horz" bIns="0" anchor="b"/>
          <a:lstStyle>
            <a:lvl1pPr algn="l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fld id="{17B1D14A-052A-45F4-819F-09B6CED9625E}" type="datetimeFigureOut">
              <a:rPr lang="ru-RU" smtClean="0"/>
              <a:pPr/>
              <a:t>30.01.2026</a:t>
            </a:fld>
            <a:endParaRPr lang="ru-RU"/>
          </a:p>
        </p:txBody>
      </p:sp>
      <p:sp>
        <p:nvSpPr>
          <p:cNvPr id="22" name="Нижний колонтитул 21"/>
          <p:cNvSpPr>
            <a:spLocks noGrp="1"/>
          </p:cNvSpPr>
          <p:nvPr>
            <p:ph type="ftr" sz="quarter" idx="3"/>
          </p:nvPr>
        </p:nvSpPr>
        <p:spPr>
          <a:xfrm>
            <a:off x="4165600" y="6422065"/>
            <a:ext cx="3860800" cy="365125"/>
          </a:xfrm>
          <a:prstGeom prst="rect">
            <a:avLst/>
          </a:prstGeom>
        </p:spPr>
        <p:txBody>
          <a:bodyPr vert="horz" lIns="0" rIns="0" bIns="0" anchor="b"/>
          <a:lstStyle>
            <a:lvl1pPr algn="ctr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Номер слайда 17"/>
          <p:cNvSpPr>
            <a:spLocks noGrp="1"/>
          </p:cNvSpPr>
          <p:nvPr>
            <p:ph type="sldNum" sz="quarter" idx="4"/>
          </p:nvPr>
        </p:nvSpPr>
        <p:spPr>
          <a:xfrm>
            <a:off x="10871200" y="6422065"/>
            <a:ext cx="1016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fld id="{B24014B0-C377-4BAA-BDCF-C30E3B8BD859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ransition>
    <p:dissolve/>
  </p:transition>
  <p:txStyles>
    <p:titleStyle>
      <a:lvl1pPr algn="l" rtl="0" eaLnBrk="1" latinLnBrk="0" hangingPunct="1">
        <a:spcBef>
          <a:spcPct val="0"/>
        </a:spcBef>
        <a:buNone/>
        <a:defRPr kumimoji="0" sz="4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0624" indent="-384048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"/>
        <a:defRPr kumimoji="0"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22376" indent="-274320" algn="l" rtl="0" eaLnBrk="1" latinLnBrk="0" hangingPunct="1">
        <a:spcBef>
          <a:spcPct val="20000"/>
        </a:spcBef>
        <a:buClr>
          <a:schemeClr val="accent1"/>
        </a:buClr>
        <a:buSzPct val="90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56032" algn="l" rtl="0" eaLnBrk="1" latinLnBrk="0" hangingPunct="1">
        <a:spcBef>
          <a:spcPct val="20000"/>
        </a:spcBef>
        <a:buClr>
          <a:schemeClr val="accent2"/>
        </a:buClr>
        <a:buSzPct val="85000"/>
        <a:buFont typeface="Arial"/>
        <a:buChar char="○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37744" algn="l" rtl="0" eaLnBrk="1" latinLnBrk="0" hangingPunct="1">
        <a:spcBef>
          <a:spcPct val="20000"/>
        </a:spcBef>
        <a:buClr>
          <a:schemeClr val="accent3"/>
        </a:buClr>
        <a:buSzPct val="90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90472" indent="-182880" algn="l" rtl="0" eaLnBrk="1" latinLnBrk="0" hangingPunct="1">
        <a:spcBef>
          <a:spcPct val="20000"/>
        </a:spcBef>
        <a:buClr>
          <a:schemeClr val="accent4"/>
        </a:buClr>
        <a:buSzPct val="100000"/>
        <a:buFont typeface="Arial"/>
        <a:buChar char="-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00784" indent="-182880" algn="l" rtl="0" eaLnBrk="1" latinLnBrk="0" hangingPunct="1">
        <a:spcBef>
          <a:spcPct val="20000"/>
        </a:spcBef>
        <a:buClr>
          <a:schemeClr val="accent5"/>
        </a:buClr>
        <a:buFont typeface="Arial"/>
        <a:buChar char="-"/>
        <a:defRPr kumimoji="0" sz="20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Arial"/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39696" indent="-182880" algn="l" rtl="0" eaLnBrk="1" latinLnBrk="0" hangingPunct="1">
        <a:spcBef>
          <a:spcPct val="20000"/>
        </a:spcBef>
        <a:buClr>
          <a:schemeClr val="accent6"/>
        </a:buClr>
        <a:buFont typeface="Arial"/>
        <a:buChar char="▪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82880" algn="l" rtl="0" eaLnBrk="1" latinLnBrk="0" hangingPunct="1">
        <a:spcBef>
          <a:spcPct val="20000"/>
        </a:spcBef>
        <a:buClr>
          <a:schemeClr val="accent6"/>
        </a:buClr>
        <a:buFont typeface="Arial"/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C26C849-FCF6-4806-999F-4C73457AA5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Battle of Everything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7EBD0585-8ACE-409F-8F29-6789A32C09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r"/>
            <a:r>
              <a:rPr lang="ru-RU" dirty="0"/>
              <a:t>Создатели</a:t>
            </a:r>
            <a:r>
              <a:rPr lang="en-US" dirty="0"/>
              <a:t>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Галкин Никита</a:t>
            </a:r>
          </a:p>
          <a:p>
            <a:pPr algn="r"/>
            <a:r>
              <a:rPr lang="ru-RU" dirty="0"/>
              <a:t>Фролов Иван</a:t>
            </a:r>
          </a:p>
        </p:txBody>
      </p:sp>
    </p:spTree>
    <p:extLst>
      <p:ext uri="{BB962C8B-B14F-4D97-AF65-F5344CB8AC3E}">
        <p14:creationId xmlns:p14="http://schemas.microsoft.com/office/powerpoint/2010/main" xmlns="" val="2751119934"/>
      </p:ext>
    </p:extLst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7FFE92AE-7FAC-4DDD-B4BE-68E378A13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это за игра?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EEF9323D-D304-4306-BF9D-30C0DF6DC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2</a:t>
            </a:r>
            <a:r>
              <a:rPr lang="en-US" dirty="0"/>
              <a:t>D</a:t>
            </a:r>
            <a:r>
              <a:rPr lang="ru-RU" dirty="0"/>
              <a:t> шутер для 2-х игроков</a:t>
            </a:r>
          </a:p>
          <a:p>
            <a:r>
              <a:rPr lang="ru-RU" dirty="0"/>
              <a:t>Вдохновлен ретро-играми</a:t>
            </a:r>
          </a:p>
          <a:p>
            <a:r>
              <a:rPr lang="ru-RU" dirty="0"/>
              <a:t>Разнообразный арсенал оружия</a:t>
            </a:r>
          </a:p>
          <a:p>
            <a:r>
              <a:rPr lang="ru-RU" dirty="0"/>
              <a:t>Разнообразные уровни</a:t>
            </a:r>
          </a:p>
          <a:p>
            <a:r>
              <a:rPr lang="ru-RU" dirty="0"/>
              <a:t>Возможность создания собственных уровней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691167735"/>
      </p:ext>
    </p:extLst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1F79A0A5-1433-4625-8FAD-7359B058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A3B7DA31-C530-4CD9-A140-2E6A60BA6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Интересный геймплей для 2-х человек</a:t>
            </a:r>
          </a:p>
          <a:p>
            <a:r>
              <a:rPr lang="ru-RU" dirty="0"/>
              <a:t>Содержит атмосферу ретро игр(почти)</a:t>
            </a:r>
          </a:p>
          <a:p>
            <a:r>
              <a:rPr lang="ru-RU" dirty="0"/>
              <a:t>Удобный и стильный дизайн</a:t>
            </a:r>
          </a:p>
          <a:p>
            <a:r>
              <a:rPr lang="ru-RU" dirty="0"/>
              <a:t>Удобный редактор для создания собственных уровней</a:t>
            </a:r>
          </a:p>
          <a:p>
            <a:r>
              <a:rPr lang="ru-RU" dirty="0"/>
              <a:t>Собственные текстур пак</a:t>
            </a:r>
          </a:p>
        </p:txBody>
      </p:sp>
    </p:spTree>
    <p:extLst>
      <p:ext uri="{BB962C8B-B14F-4D97-AF65-F5344CB8AC3E}">
        <p14:creationId xmlns:p14="http://schemas.microsoft.com/office/powerpoint/2010/main" xmlns="" val="1261075740"/>
      </p:ext>
    </p:extLst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CAAFBDDF-C86C-4D46-BDED-86A4C7F30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реализации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38FF9F1C-948D-4F87-A036-E89C34836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Грамотная проектировка классов</a:t>
            </a:r>
          </a:p>
          <a:p>
            <a:r>
              <a:rPr lang="ru-RU" sz="2400" dirty="0"/>
              <a:t>Гибкая настройка интерфейса за счёт встроенных функций </a:t>
            </a:r>
            <a:r>
              <a:rPr lang="en-US" sz="2400" dirty="0"/>
              <a:t>Arcade</a:t>
            </a:r>
            <a:endParaRPr lang="ru-RU" sz="2400" dirty="0"/>
          </a:p>
          <a:p>
            <a:r>
              <a:rPr lang="ru-RU" sz="2400" dirty="0"/>
              <a:t>Точная подгонка элементов интерфейса</a:t>
            </a:r>
          </a:p>
          <a:p>
            <a:r>
              <a:rPr lang="ru-RU" sz="2400" dirty="0"/>
              <a:t>Понятный код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3E9C6137-404B-4FFE-A483-3EF3E91DD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800213"/>
            <a:ext cx="2028433" cy="305778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6348B7CC-886D-411F-A394-06E489A75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875" y="4001294"/>
            <a:ext cx="8164064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769197389"/>
      </p:ext>
    </p:extLst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7A11CC16-E225-45DF-94E3-D11B570E3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Демонстрация основного функционала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xmlns="" id="{BA229C57-5BC9-4580-ADEB-B06C0E9B16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3357" y="1732736"/>
            <a:ext cx="5250123" cy="2953195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1AC98C3F-C1C0-4F32-BBAF-E3106A9EE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30" y="3593302"/>
            <a:ext cx="5575984" cy="267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600454355"/>
      </p:ext>
    </p:extLst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7DEB070B-6C89-4A5E-A059-B89056B3E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Демонстрация основного функционала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xmlns="" id="{CE5E5523-51CA-4111-AEA4-202CC661C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3002" y="1600200"/>
            <a:ext cx="8729995" cy="4525963"/>
          </a:xfrm>
        </p:spPr>
      </p:pic>
    </p:spTree>
    <p:extLst>
      <p:ext uri="{BB962C8B-B14F-4D97-AF65-F5344CB8AC3E}">
        <p14:creationId xmlns:p14="http://schemas.microsoft.com/office/powerpoint/2010/main" xmlns="" val="66776118"/>
      </p:ext>
    </p:extLst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95DEAA11-D0F0-4F9A-A31D-2CFA03822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хранится информация об уровне?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xmlns="" id="{B7495E12-BFF1-4088-BC43-753D4AB158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0190" y="1600200"/>
            <a:ext cx="3935620" cy="4525963"/>
          </a:xfrm>
        </p:spPr>
      </p:pic>
    </p:spTree>
    <p:extLst>
      <p:ext uri="{BB962C8B-B14F-4D97-AF65-F5344CB8AC3E}">
        <p14:creationId xmlns:p14="http://schemas.microsoft.com/office/powerpoint/2010/main" xmlns="" val="3132692456"/>
      </p:ext>
    </p:extLst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18B05447-4D38-482A-8394-9D35D9ECB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 части основного кода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xmlns="" id="{8768FB69-C9BF-4E6A-9562-3D5D4A4D95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4882" y="1540399"/>
            <a:ext cx="6331512" cy="4351338"/>
          </a:xfr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xmlns="" id="{1045E1A7-4790-4C8E-A1AE-9A318E1C6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886" y="1937857"/>
            <a:ext cx="5217114" cy="40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32446350"/>
      </p:ext>
    </p:extLst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F74F396-F51D-4E22-98BD-82DEEF8B4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 части основного кода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xmlns="" id="{5F68EF91-053E-4E0E-B8C4-F56D7D119B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225" y="1582344"/>
            <a:ext cx="4618834" cy="4440951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032AE28D-80EF-4321-B2B0-61FD3FEED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3389" y="1353909"/>
            <a:ext cx="2946345" cy="24630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xmlns="" id="{79DE9488-6D0C-4655-BE6E-846567FADC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0987" y="368169"/>
            <a:ext cx="1838582" cy="8573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xmlns="" id="{DBB94731-272A-4B4C-89A7-79E89AD611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4339" y="2907907"/>
            <a:ext cx="5274493" cy="3904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332286322"/>
      </p:ext>
    </p:extLst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xmlns="" id="{D0942344-E88E-4F72-9669-5D437CA398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sp>
        <p:nvSpPr>
          <p:cNvPr id="5" name="Подзаголовок 4">
            <a:extLst>
              <a:ext uri="{FF2B5EF4-FFF2-40B4-BE49-F238E27FC236}">
                <a16:creationId xmlns:a16="http://schemas.microsoft.com/office/drawing/2014/main" xmlns="" id="{64E60874-112C-406E-BF9F-8E90975A0E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008706971"/>
      </p:ext>
    </p:extLst>
  </p:cSld>
  <p:clrMapOvr>
    <a:masterClrMapping/>
  </p:clrMapOvr>
  <p:transition>
    <p:dissolv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хническая">
  <a:themeElements>
    <a:clrScheme name="Техническая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Техническая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Техническая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50000"/>
              </a:schemeClr>
            </a:gs>
            <a:gs pos="30000">
              <a:schemeClr val="phClr">
                <a:shade val="60000"/>
                <a:satMod val="150000"/>
              </a:schemeClr>
            </a:gs>
            <a:gs pos="100000">
              <a:schemeClr val="phClr">
                <a:tint val="83000"/>
                <a:satMod val="200000"/>
              </a:schemeClr>
            </a:gs>
          </a:gsLst>
          <a:lin ang="13000000" scaled="0"/>
        </a:gradFill>
        <a:gradFill rotWithShape="1">
          <a:gsLst>
            <a:gs pos="0">
              <a:schemeClr val="phClr">
                <a:tint val="78000"/>
                <a:satMod val="220000"/>
              </a:schemeClr>
            </a:gs>
            <a:gs pos="100000">
              <a:schemeClr val="phClr">
                <a:shade val="35000"/>
                <a:satMod val="155000"/>
              </a:schemeClr>
            </a:gs>
          </a:gsLst>
          <a:path path="circle">
            <a:fillToRect l="60000" t="50000" r="4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Technic</Template>
  <TotalTime>30</TotalTime>
  <Words>95</Words>
  <Application>Microsoft Office PowerPoint</Application>
  <PresentationFormat>Произвольный</PresentationFormat>
  <Paragraphs>26</Paragraphs>
  <Slides>10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Техническая</vt:lpstr>
      <vt:lpstr>Battle of Everything</vt:lpstr>
      <vt:lpstr>Что это за игра?</vt:lpstr>
      <vt:lpstr>Особенности проекта</vt:lpstr>
      <vt:lpstr>Особенности реализации</vt:lpstr>
      <vt:lpstr>Демонстрация основного функционала</vt:lpstr>
      <vt:lpstr>Демонстрация основного функционала</vt:lpstr>
      <vt:lpstr>Как хранится информация об уровне?</vt:lpstr>
      <vt:lpstr>Демонстрация части основного кода</vt:lpstr>
      <vt:lpstr>Демонстрация части основного кода</vt:lpstr>
      <vt:lpstr>Спасибо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Battle of Everything</dc:title>
  <dc:creator>Алексей</dc:creator>
  <cp:lastModifiedBy>yaschool</cp:lastModifiedBy>
  <cp:revision>20</cp:revision>
  <dcterms:created xsi:type="dcterms:W3CDTF">2026-01-29T22:04:48Z</dcterms:created>
  <dcterms:modified xsi:type="dcterms:W3CDTF">2026-01-30T12:50:57Z</dcterms:modified>
</cp:coreProperties>
</file>