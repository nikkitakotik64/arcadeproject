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-378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авнобедренный треугольник 6"/>
          <p:cNvSpPr/>
          <p:nvPr/>
        </p:nvSpPr>
        <p:spPr>
          <a:xfrm rot="16200000">
            <a:off x="10387963" y="5038579"/>
            <a:ext cx="1892949" cy="1725637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720726" y="776289"/>
            <a:ext cx="10750549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720726" y="2250280"/>
            <a:ext cx="10750549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1828800" y="6012657"/>
            <a:ext cx="77216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17B1D14A-052A-45F4-819F-09B6CED9625E}" type="datetimeFigureOut">
              <a:rPr lang="ru-RU" smtClean="0"/>
              <a:pPr/>
              <a:t>30.01.2026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1828800" y="5650705"/>
            <a:ext cx="77216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1189663" y="5752308"/>
            <a:ext cx="67056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B24014B0-C377-4BAA-BDCF-C30E3B8BD85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399032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600" y="1882808"/>
            <a:ext cx="109728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388608" y="6480048"/>
            <a:ext cx="2844800" cy="301752"/>
          </a:xfrm>
        </p:spPr>
        <p:txBody>
          <a:bodyPr/>
          <a:lstStyle/>
          <a:p>
            <a:fld id="{17B1D14A-052A-45F4-819F-09B6CED9625E}" type="datetimeFigureOut">
              <a:rPr lang="ru-RU" smtClean="0"/>
              <a:pPr/>
              <a:t>30.01.2026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609600" y="6480970"/>
            <a:ext cx="5680075" cy="30083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014B0-C377-4BAA-BDCF-C30E3B8BD85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ый треугольник 8"/>
          <p:cNvSpPr/>
          <p:nvPr/>
        </p:nvSpPr>
        <p:spPr>
          <a:xfrm flipV="1">
            <a:off x="9379" y="7035"/>
            <a:ext cx="12173243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Равнобедренный треугольник 7"/>
          <p:cNvSpPr/>
          <p:nvPr/>
        </p:nvSpPr>
        <p:spPr>
          <a:xfrm rot="5400000" flipV="1">
            <a:off x="10387963" y="93786"/>
            <a:ext cx="1892949" cy="1725637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274176" y="6477000"/>
            <a:ext cx="2844800" cy="304800"/>
          </a:xfrm>
        </p:spPr>
        <p:txBody>
          <a:bodyPr/>
          <a:lstStyle/>
          <a:p>
            <a:fld id="{17B1D14A-052A-45F4-819F-09B6CED9625E}" type="datetimeFigureOut">
              <a:rPr lang="ru-RU" smtClean="0"/>
              <a:pPr/>
              <a:t>30.01.2026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492501" y="6480970"/>
            <a:ext cx="5680075" cy="30083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268075" y="809625"/>
            <a:ext cx="670560" cy="300831"/>
          </a:xfrm>
        </p:spPr>
        <p:txBody>
          <a:bodyPr/>
          <a:lstStyle/>
          <a:p>
            <a:fld id="{B24014B0-C377-4BAA-BDCF-C30E3B8BD859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8625059" y="9381"/>
            <a:ext cx="3563815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0" y="7035"/>
            <a:ext cx="12182621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8000" y="271465"/>
            <a:ext cx="9652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08000" y="1633536"/>
            <a:ext cx="51816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strips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722438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722438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388608" y="6480969"/>
            <a:ext cx="2844800" cy="301752"/>
          </a:xfrm>
        </p:spPr>
        <p:txBody>
          <a:bodyPr/>
          <a:lstStyle/>
          <a:p>
            <a:fld id="{17B1D14A-052A-45F4-819F-09B6CED9625E}" type="datetimeFigureOut">
              <a:rPr lang="ru-RU" smtClean="0"/>
              <a:pPr/>
              <a:t>30.01.2026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609600" y="6480969"/>
            <a:ext cx="5680075" cy="301752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119360" y="6480969"/>
            <a:ext cx="670560" cy="301752"/>
          </a:xfrm>
        </p:spPr>
        <p:txBody>
          <a:bodyPr/>
          <a:lstStyle/>
          <a:p>
            <a:fld id="{B24014B0-C377-4BAA-BDCF-C30E3B8BD85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0931" y="290732"/>
            <a:ext cx="14224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820008" y="290732"/>
            <a:ext cx="774699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1820008" y="3427124"/>
            <a:ext cx="774699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2696307" y="290732"/>
            <a:ext cx="9144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2696307" y="3427124"/>
            <a:ext cx="9144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6388608" y="6480969"/>
            <a:ext cx="2840736" cy="301752"/>
          </a:xfrm>
        </p:spPr>
        <p:txBody>
          <a:bodyPr/>
          <a:lstStyle/>
          <a:p>
            <a:fld id="{17B1D14A-052A-45F4-819F-09B6CED9625E}" type="datetimeFigureOut">
              <a:rPr lang="ru-RU" smtClean="0"/>
              <a:pPr/>
              <a:t>30.01.2026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609600" y="6480969"/>
            <a:ext cx="5681472" cy="301752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0119360" y="6483096"/>
            <a:ext cx="670560" cy="301752"/>
          </a:xfrm>
        </p:spPr>
        <p:txBody>
          <a:bodyPr/>
          <a:lstStyle>
            <a:lvl1pPr algn="ctr">
              <a:defRPr/>
            </a:lvl1pPr>
          </a:lstStyle>
          <a:p>
            <a:fld id="{B24014B0-C377-4BAA-BDCF-C30E3B8BD85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strips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1D14A-052A-45F4-819F-09B6CED9625E}" type="datetimeFigureOut">
              <a:rPr lang="ru-RU" smtClean="0"/>
              <a:pPr/>
              <a:t>30.01.2026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014B0-C377-4BAA-BDCF-C30E3B8BD85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6388608" y="6480969"/>
            <a:ext cx="2844800" cy="301752"/>
          </a:xfrm>
        </p:spPr>
        <p:txBody>
          <a:bodyPr/>
          <a:lstStyle/>
          <a:p>
            <a:fld id="{17B1D14A-052A-45F4-819F-09B6CED9625E}" type="datetimeFigureOut">
              <a:rPr lang="ru-RU" smtClean="0"/>
              <a:pPr/>
              <a:t>30.01.2026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609600" y="6481891"/>
            <a:ext cx="5680075" cy="300831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0119360" y="6480969"/>
            <a:ext cx="670560" cy="301752"/>
          </a:xfrm>
        </p:spPr>
        <p:txBody>
          <a:bodyPr/>
          <a:lstStyle/>
          <a:p>
            <a:fld id="{B24014B0-C377-4BAA-BDCF-C30E3B8BD85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2608" y="367664"/>
            <a:ext cx="12192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1514475" y="367664"/>
            <a:ext cx="32512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868333" y="320040"/>
            <a:ext cx="7034784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371968" y="6556248"/>
            <a:ext cx="2844800" cy="301752"/>
          </a:xfrm>
        </p:spPr>
        <p:txBody>
          <a:bodyPr/>
          <a:lstStyle>
            <a:lvl1pPr>
              <a:defRPr sz="900"/>
            </a:lvl1pPr>
          </a:lstStyle>
          <a:p>
            <a:fld id="{17B1D14A-052A-45F4-819F-09B6CED9625E}" type="datetimeFigureOut">
              <a:rPr lang="ru-RU" smtClean="0"/>
              <a:pPr/>
              <a:t>30.01.2026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514475" y="6556248"/>
            <a:ext cx="6857493" cy="301752"/>
          </a:xfrm>
        </p:spPr>
        <p:txBody>
          <a:bodyPr/>
          <a:lstStyle>
            <a:lvl1pPr>
              <a:defRPr sz="9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214101" y="6556248"/>
            <a:ext cx="670560" cy="301752"/>
          </a:xfrm>
        </p:spPr>
        <p:txBody>
          <a:bodyPr/>
          <a:lstStyle>
            <a:lvl1pPr>
              <a:defRPr sz="900"/>
            </a:lvl1pPr>
          </a:lstStyle>
          <a:p>
            <a:fld id="{B24014B0-C377-4BAA-BDCF-C30E3B8BD85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strips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2608" y="150896"/>
            <a:ext cx="12192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517649" y="373966"/>
            <a:ext cx="9777984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524000" y="5867400"/>
            <a:ext cx="9777984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144256" y="6556248"/>
            <a:ext cx="2804160" cy="301752"/>
          </a:xfrm>
        </p:spPr>
        <p:txBody>
          <a:bodyPr/>
          <a:lstStyle>
            <a:lvl1pPr>
              <a:defRPr sz="900"/>
            </a:lvl1pPr>
          </a:lstStyle>
          <a:p>
            <a:fld id="{17B1D14A-052A-45F4-819F-09B6CED9625E}" type="datetimeFigureOut">
              <a:rPr lang="ru-RU" smtClean="0"/>
              <a:pPr/>
              <a:t>30.01.2026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560576" y="6557169"/>
            <a:ext cx="6597429" cy="301752"/>
          </a:xfrm>
        </p:spPr>
        <p:txBody>
          <a:bodyPr/>
          <a:lstStyle>
            <a:lvl1pPr>
              <a:defRPr sz="9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956256" y="6556248"/>
            <a:ext cx="487680" cy="301752"/>
          </a:xfrm>
        </p:spPr>
        <p:txBody>
          <a:bodyPr/>
          <a:lstStyle>
            <a:lvl1pPr algn="ctr">
              <a:defRPr sz="900"/>
            </a:lvl1pPr>
          </a:lstStyle>
          <a:p>
            <a:fld id="{B24014B0-C377-4BAA-BDCF-C30E3B8BD85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strips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1D14A-052A-45F4-819F-09B6CED9625E}" type="datetimeFigureOut">
              <a:rPr lang="ru-RU" smtClean="0"/>
              <a:pPr/>
              <a:t>30.01.2026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014B0-C377-4BAA-BDCF-C30E3B8BD85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9042400" y="381000"/>
            <a:ext cx="2540000" cy="5486400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1D14A-052A-45F4-819F-09B6CED9625E}" type="datetimeFigureOut">
              <a:rPr lang="ru-RU" smtClean="0"/>
              <a:pPr/>
              <a:t>30.01.2026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014B0-C377-4BAA-BDCF-C30E3B8BD85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ый треугольник 10"/>
          <p:cNvSpPr/>
          <p:nvPr/>
        </p:nvSpPr>
        <p:spPr>
          <a:xfrm>
            <a:off x="9379" y="14069"/>
            <a:ext cx="12173243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0" y="7035"/>
            <a:ext cx="12182621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rot="10800000" flipV="1">
            <a:off x="8625059" y="4948410"/>
            <a:ext cx="3563815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609600" y="1882808"/>
            <a:ext cx="109728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388608" y="6480969"/>
            <a:ext cx="28448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17B1D14A-052A-45F4-819F-09B6CED9625E}" type="datetimeFigureOut">
              <a:rPr lang="ru-RU" smtClean="0"/>
              <a:pPr/>
              <a:t>30.01.2026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609600" y="6481891"/>
            <a:ext cx="5680075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0119360" y="6480969"/>
            <a:ext cx="67056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B24014B0-C377-4BAA-BDCF-C30E3B8BD85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>
    <p:strips/>
  </p:transition>
  <p:timing>
    <p:tnLst>
      <p:par>
        <p:cTn id="1" dur="indefinite" restart="never" nodeType="tmRoot"/>
      </p:par>
    </p:tnLst>
  </p:timing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C26C849-FCF6-4806-999F-4C73457AA5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Battle of Everything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7EBD0585-8ACE-409F-8F29-6789A32C09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ru-RU" dirty="0"/>
              <a:t>Создатели</a:t>
            </a:r>
            <a:r>
              <a:rPr lang="en-US" dirty="0"/>
              <a:t>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Галкин Никита</a:t>
            </a:r>
          </a:p>
          <a:p>
            <a:pPr algn="r"/>
            <a:r>
              <a:rPr lang="ru-RU" dirty="0"/>
              <a:t>Фролов Иван</a:t>
            </a:r>
          </a:p>
        </p:txBody>
      </p:sp>
    </p:spTree>
    <p:extLst>
      <p:ext uri="{BB962C8B-B14F-4D97-AF65-F5344CB8AC3E}">
        <p14:creationId xmlns="" xmlns:p14="http://schemas.microsoft.com/office/powerpoint/2010/main" val="2751119934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FFE92AE-7FAC-4DDD-B4BE-68E378A13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это за игра?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EEF9323D-D304-4306-BF9D-30C0DF6D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2</a:t>
            </a:r>
            <a:r>
              <a:rPr lang="en-US" dirty="0"/>
              <a:t>D</a:t>
            </a:r>
            <a:r>
              <a:rPr lang="ru-RU" dirty="0"/>
              <a:t> шутер для 2-х игроков</a:t>
            </a:r>
          </a:p>
          <a:p>
            <a:r>
              <a:rPr lang="ru-RU" dirty="0"/>
              <a:t>Вдохновлен ретро-играми</a:t>
            </a:r>
          </a:p>
          <a:p>
            <a:r>
              <a:rPr lang="ru-RU" dirty="0"/>
              <a:t>Разнообразный арсенал оружия</a:t>
            </a:r>
          </a:p>
          <a:p>
            <a:r>
              <a:rPr lang="ru-RU" dirty="0"/>
              <a:t>Разнообразные уровни</a:t>
            </a:r>
          </a:p>
          <a:p>
            <a:r>
              <a:rPr lang="ru-RU" dirty="0"/>
              <a:t>Возможность создания собственных уровней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691167735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1F79A0A5-1433-4625-8FAD-7359B058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A3B7DA31-C530-4CD9-A140-2E6A60BA6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Интересный геймплей для 2-х человек</a:t>
            </a:r>
          </a:p>
          <a:p>
            <a:r>
              <a:rPr lang="ru-RU" dirty="0"/>
              <a:t>Содержит атмосферу ретро игр(почти)</a:t>
            </a:r>
          </a:p>
          <a:p>
            <a:r>
              <a:rPr lang="ru-RU" dirty="0"/>
              <a:t>Удобный и стильный дизайн</a:t>
            </a:r>
          </a:p>
          <a:p>
            <a:r>
              <a:rPr lang="ru-RU" dirty="0"/>
              <a:t>Удобный редактор для создания собственных уровней</a:t>
            </a:r>
          </a:p>
          <a:p>
            <a:r>
              <a:rPr lang="ru-RU" dirty="0"/>
              <a:t>Собственные текстур пак</a:t>
            </a:r>
          </a:p>
        </p:txBody>
      </p:sp>
    </p:spTree>
    <p:extLst>
      <p:ext uri="{BB962C8B-B14F-4D97-AF65-F5344CB8AC3E}">
        <p14:creationId xmlns="" xmlns:p14="http://schemas.microsoft.com/office/powerpoint/2010/main" val="1261075740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AAFBDDF-C86C-4D46-BDED-86A4C7F30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8FF9F1C-948D-4F87-A036-E89C34836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164" y="1458859"/>
            <a:ext cx="10972800" cy="4572000"/>
          </a:xfrm>
        </p:spPr>
        <p:txBody>
          <a:bodyPr>
            <a:normAutofit/>
          </a:bodyPr>
          <a:lstStyle/>
          <a:p>
            <a:r>
              <a:rPr lang="ru-RU" sz="2400" dirty="0"/>
              <a:t>Грамотная проектировка классов</a:t>
            </a:r>
          </a:p>
          <a:p>
            <a:r>
              <a:rPr lang="ru-RU" sz="2400" dirty="0"/>
              <a:t>Гибкая настройка интерфейса за счёт встроенных функций </a:t>
            </a:r>
            <a:r>
              <a:rPr lang="en-US" sz="2400" dirty="0"/>
              <a:t>Arcade</a:t>
            </a:r>
            <a:endParaRPr lang="ru-RU" sz="2400" dirty="0"/>
          </a:p>
          <a:p>
            <a:r>
              <a:rPr lang="ru-RU" sz="2400" dirty="0"/>
              <a:t>Точная подгонка элементов интерфейса</a:t>
            </a:r>
          </a:p>
          <a:p>
            <a:r>
              <a:rPr lang="ru-RU" sz="2400" dirty="0"/>
              <a:t>Понятный код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3E9C6137-404B-4FFE-A483-3EF3E91DD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00213"/>
            <a:ext cx="2028433" cy="305778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6348B7CC-886D-411F-A394-06E489A75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875" y="4001294"/>
            <a:ext cx="8164064" cy="242921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69197389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A11CC16-E225-45DF-94E3-D11B570E3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Демонстрация основного функционала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="" xmlns:a16="http://schemas.microsoft.com/office/drawing/2014/main" id="{BA229C57-5BC9-4580-ADEB-B06C0E9B1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357" y="1732736"/>
            <a:ext cx="5250123" cy="2953195"/>
          </a:xfr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1AC98C3F-C1C0-4F32-BBAF-E3106A9EE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30" y="3593302"/>
            <a:ext cx="5575984" cy="267327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00454355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DEB070B-6C89-4A5E-A059-B89056B3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Демонстрация основного функционала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="" xmlns:a16="http://schemas.microsoft.com/office/drawing/2014/main" id="{CE5E5523-51CA-4111-AEA4-202CC661C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6602" y="1882775"/>
            <a:ext cx="8818795" cy="4572000"/>
          </a:xfrm>
        </p:spPr>
      </p:pic>
    </p:spTree>
    <p:extLst>
      <p:ext uri="{BB962C8B-B14F-4D97-AF65-F5344CB8AC3E}">
        <p14:creationId xmlns="" xmlns:p14="http://schemas.microsoft.com/office/powerpoint/2010/main" val="66776118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5DEAA11-D0F0-4F9A-A31D-2CFA03822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хранится информация об уровне?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="" xmlns:a16="http://schemas.microsoft.com/office/drawing/2014/main" id="{B7495E12-BFF1-4088-BC43-753D4AB15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8174" y="1882775"/>
            <a:ext cx="3975652" cy="4572000"/>
          </a:xfrm>
        </p:spPr>
      </p:pic>
    </p:spTree>
    <p:extLst>
      <p:ext uri="{BB962C8B-B14F-4D97-AF65-F5344CB8AC3E}">
        <p14:creationId xmlns="" xmlns:p14="http://schemas.microsoft.com/office/powerpoint/2010/main" val="3132692456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18B05447-4D38-482A-8394-9D35D9EC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части основного кода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="" xmlns:a16="http://schemas.microsoft.com/office/drawing/2014/main" id="{8768FB69-C9BF-4E6A-9562-3D5D4A4D9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4882" y="1540399"/>
            <a:ext cx="6331512" cy="4351338"/>
          </a:xfr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1045E1A7-4790-4C8E-A1AE-9A318E1C6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886" y="1937857"/>
            <a:ext cx="5217114" cy="405851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2446350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F74F396-F51D-4E22-98BD-82DEEF8B4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части основного кода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="" xmlns:a16="http://schemas.microsoft.com/office/drawing/2014/main" id="{5F68EF91-053E-4E0E-B8C4-F56D7D119B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225" y="1582344"/>
            <a:ext cx="4618834" cy="4440951"/>
          </a:xfr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032AE28D-80EF-4321-B2B0-61FD3FEED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389" y="1353909"/>
            <a:ext cx="2946345" cy="24630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79DE9488-6D0C-4655-BE6E-846567FAD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0987" y="368169"/>
            <a:ext cx="1838582" cy="8573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DBB94731-272A-4B4C-89A7-79E89AD611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4339" y="2907907"/>
            <a:ext cx="5274493" cy="39043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3228632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="" xmlns:a16="http://schemas.microsoft.com/office/drawing/2014/main" id="{D0942344-E88E-4F72-9669-5D437CA398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="" xmlns:a16="http://schemas.microsoft.com/office/drawing/2014/main" id="{64E60874-112C-406E-BF9F-8E90975A0E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008706971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Яркая">
  <a:themeElements>
    <a:clrScheme name="Другая 1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0000"/>
      </a:accent1>
      <a:accent2>
        <a:srgbClr val="FF1515"/>
      </a:accent2>
      <a:accent3>
        <a:srgbClr val="B80000"/>
      </a:accent3>
      <a:accent4>
        <a:srgbClr val="9C007F"/>
      </a:accent4>
      <a:accent5>
        <a:srgbClr val="68007F"/>
      </a:accent5>
      <a:accent6>
        <a:srgbClr val="00349E"/>
      </a:accent6>
      <a:hlink>
        <a:srgbClr val="FF0000"/>
      </a:hlink>
      <a:folHlink>
        <a:srgbClr val="C00000"/>
      </a:folHlink>
    </a:clrScheme>
    <a:fontScheme name="Ярк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Яркая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32</TotalTime>
  <Words>95</Words>
  <Application>Microsoft Office PowerPoint</Application>
  <PresentationFormat>Произвольный</PresentationFormat>
  <Paragraphs>26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Яркая</vt:lpstr>
      <vt:lpstr>Battle of Everything</vt:lpstr>
      <vt:lpstr>Что это за игра?</vt:lpstr>
      <vt:lpstr>Особенности проекта</vt:lpstr>
      <vt:lpstr>Особенности реализации</vt:lpstr>
      <vt:lpstr>Демонстрация основного функционала</vt:lpstr>
      <vt:lpstr>Демонстрация основного функционала</vt:lpstr>
      <vt:lpstr>Как хранится информация об уровне?</vt:lpstr>
      <vt:lpstr>Демонстрация части основного кода</vt:lpstr>
      <vt:lpstr>Демонстрация части основного кода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Battle of Everything</dc:title>
  <dc:creator>Алексей</dc:creator>
  <cp:lastModifiedBy>yaschool</cp:lastModifiedBy>
  <cp:revision>21</cp:revision>
  <dcterms:created xsi:type="dcterms:W3CDTF">2026-01-29T22:04:48Z</dcterms:created>
  <dcterms:modified xsi:type="dcterms:W3CDTF">2026-01-30T13:08:59Z</dcterms:modified>
</cp:coreProperties>
</file>